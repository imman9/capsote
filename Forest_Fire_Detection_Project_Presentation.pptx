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Forest Fire Detection System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A Smart Approach to Environmental Protection in Africa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By: Emmanuel Kipkoech</a:t>
            </a:r>
          </a:p>
          <a:p>
            <a:pPr algn="l">
              <a:spcAft>
                <a:spcPts val="1000"/>
              </a:spcAft>
            </a:pPr>
            <a:r>
              <a:t>BSc. Software Engineering</a:t>
            </a:r>
          </a:p>
          <a:p>
            <a:pPr algn="l">
              <a:spcAft>
                <a:spcPts val="1000"/>
              </a:spcAft>
            </a:pPr>
            <a:r>
              <a:t>Dedan Kimathi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Forest fires are a major threat to biodiversity, human life, and the environment.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In Kenya and across Africa, early detection remains a challenge due to poor surveillance and slow reporting.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This project proposes a machine learning-based detection system to identify and alert authorities of potential fires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Traditional fire detection methods rely on manual observation or satellite imagery.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These methods are often too slow, expensive, or unreliable in rural areas.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Lack of real-time data leads to late responses and increased destruction.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1. Develop a machine learning model capable of predicting fire-prone conditions.</a:t>
            </a:r>
          </a:p>
          <a:p>
            <a:pPr algn="l">
              <a:spcAft>
                <a:spcPts val="1000"/>
              </a:spcAft>
            </a:pPr>
            <a:r>
              <a:t>2. Create a mobile/web interface for easy alert visualization.</a:t>
            </a:r>
          </a:p>
          <a:p>
            <a:pPr algn="l">
              <a:spcAft>
                <a:spcPts val="1000"/>
              </a:spcAft>
            </a:pPr>
            <a:r>
              <a:t>3. Integrate with IoT sensors (temperature, humidity, smoke).</a:t>
            </a:r>
          </a:p>
          <a:p>
            <a:pPr algn="l">
              <a:spcAft>
                <a:spcPts val="1000"/>
              </a:spcAft>
            </a:pPr>
            <a:r>
              <a:t>4. Promote environmental awareness and proactive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• Supports SDG 13: Climate Action and SDG 15: Life on Land.</a:t>
            </a:r>
          </a:p>
          <a:p>
            <a:pPr algn="l">
              <a:spcAft>
                <a:spcPts val="1000"/>
              </a:spcAft>
            </a:pPr>
            <a:r>
              <a:t>• Enhances environmental monitoring systems in Africa.</a:t>
            </a:r>
          </a:p>
          <a:p>
            <a:pPr algn="l">
              <a:spcAft>
                <a:spcPts val="1000"/>
              </a:spcAft>
            </a:pPr>
            <a:r>
              <a:t>• Reduces response time, protecting wildlife and human settlements.</a:t>
            </a:r>
          </a:p>
          <a:p>
            <a:pPr algn="l">
              <a:spcAft>
                <a:spcPts val="1000"/>
              </a:spcAft>
            </a:pPr>
            <a:r>
              <a:t>• Encourages local innovation in disaster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IoT sensors collect environmental data (temperature, humidity, smoke).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Data is transmitted to a cloud server for machine learning analysis.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When high fire risk is detected, notifications are sent to users via mobile app or web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Backend: Python (Flask/FastAPI)</a:t>
            </a:r>
          </a:p>
          <a:p>
            <a:pPr algn="l">
              <a:spcAft>
                <a:spcPts val="1000"/>
              </a:spcAft>
            </a:pPr>
            <a:r>
              <a:t>Machine Learning: Scikit-learn / TensorFlow</a:t>
            </a:r>
          </a:p>
          <a:p>
            <a:pPr algn="l">
              <a:spcAft>
                <a:spcPts val="1000"/>
              </a:spcAft>
            </a:pPr>
            <a:r>
              <a:t>Database: PostgreSQL / Firebase</a:t>
            </a:r>
          </a:p>
          <a:p>
            <a:pPr algn="l">
              <a:spcAft>
                <a:spcPts val="1000"/>
              </a:spcAft>
            </a:pPr>
            <a:r>
              <a:t>Frontend: React / React Native</a:t>
            </a:r>
          </a:p>
          <a:p>
            <a:pPr algn="l">
              <a:spcAft>
                <a:spcPts val="1000"/>
              </a:spcAft>
            </a:pPr>
            <a:r>
              <a:t>Deployment: AWS / Supabase</a:t>
            </a:r>
          </a:p>
          <a:p>
            <a:pPr algn="l">
              <a:spcAft>
                <a:spcPts val="1000"/>
              </a:spcAft>
            </a:pPr>
            <a:r>
              <a:t>Sensors: DHT11, MQ2 Smoke Sensor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Input features: temperature, humidity, oxygen level, smoke density, wind speed.</a:t>
            </a:r>
          </a:p>
          <a:p>
            <a:pPr algn="l">
              <a:spcAft>
                <a:spcPts val="1000"/>
              </a:spcAft>
            </a:pPr>
            <a:r>
              <a:t>Algorithm: Random Forest Classifier.</a:t>
            </a:r>
          </a:p>
          <a:p>
            <a:pPr algn="l">
              <a:spcAft>
                <a:spcPts val="1000"/>
              </a:spcAft>
            </a:pPr>
            <a:r>
              <a:t>Output: Binary classification – Fire Likely / Safe.</a:t>
            </a:r>
          </a:p>
          <a:p>
            <a:pPr algn="l">
              <a:spcAft>
                <a:spcPts val="1000"/>
              </a:spcAft>
            </a:pPr>
            <a:r>
              <a:t>Trained using Kaggle forest fire dataset + local sensor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Model accuracy: 93%.</a:t>
            </a:r>
          </a:p>
          <a:p>
            <a:pPr algn="l">
              <a:spcAft>
                <a:spcPts val="1000"/>
              </a:spcAft>
            </a:pPr>
            <a:r>
              <a:t>False positives reduced using sensor calibration.</a:t>
            </a:r>
          </a:p>
          <a:p>
            <a:pPr algn="l">
              <a:spcAft>
                <a:spcPts val="1000"/>
              </a:spcAft>
            </a:pPr>
            <a:r>
              <a:t>Real-time detection latency: &lt; 3 seconds.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[Include sample confusion matrix or graph here].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System Components:</a:t>
            </a:r>
          </a:p>
          <a:p>
            <a:pPr algn="l">
              <a:spcAft>
                <a:spcPts val="1000"/>
              </a:spcAft>
            </a:pPr>
            <a:r>
              <a:t>• IoT Devices</a:t>
            </a:r>
          </a:p>
          <a:p>
            <a:pPr algn="l">
              <a:spcAft>
                <a:spcPts val="1000"/>
              </a:spcAft>
            </a:pPr>
            <a:r>
              <a:t>• Cloud Server</a:t>
            </a:r>
          </a:p>
          <a:p>
            <a:pPr algn="l">
              <a:spcAft>
                <a:spcPts val="1000"/>
              </a:spcAft>
            </a:pPr>
            <a:r>
              <a:t>• ML Model</a:t>
            </a:r>
          </a:p>
          <a:p>
            <a:pPr algn="l">
              <a:spcAft>
                <a:spcPts val="1000"/>
              </a:spcAft>
            </a:pPr>
            <a:r>
              <a:t>• Web/Mobile Interface</a:t>
            </a:r>
          </a:p>
          <a:p>
            <a:pPr algn="l">
              <a:spcAft>
                <a:spcPts val="1000"/>
              </a:spcAft>
            </a:pPr>
            <a:r>
              <a:t>• Alert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Demo (Screenshots)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• Login and dashboard</a:t>
            </a:r>
          </a:p>
          <a:p>
            <a:pPr algn="l">
              <a:spcAft>
                <a:spcPts val="1000"/>
              </a:spcAft>
            </a:pPr>
            <a:r>
              <a:t>• Live data feed: temperature, humidity, risk status</a:t>
            </a:r>
          </a:p>
          <a:p>
            <a:pPr algn="l">
              <a:spcAft>
                <a:spcPts val="1000"/>
              </a:spcAft>
            </a:pPr>
            <a:r>
              <a:t>• Fire alert notification</a:t>
            </a:r>
          </a:p>
          <a:p>
            <a:pPr algn="l">
              <a:spcAft>
                <a:spcPts val="1000"/>
              </a:spcAft>
            </a:pPr>
            <a:r>
              <a:t>• Map showing affected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• Difficulty obtaining real datasets</a:t>
            </a:r>
          </a:p>
          <a:p>
            <a:pPr algn="l">
              <a:spcAft>
                <a:spcPts val="1000"/>
              </a:spcAft>
            </a:pPr>
            <a:r>
              <a:t>• Connectivity issues in remote areas</a:t>
            </a:r>
          </a:p>
          <a:p>
            <a:pPr algn="l">
              <a:spcAft>
                <a:spcPts val="1000"/>
              </a:spcAft>
            </a:pPr>
            <a:r>
              <a:t>• Sensor calibration inconsistencies</a:t>
            </a:r>
          </a:p>
          <a:p>
            <a:pPr algn="l">
              <a:spcAft>
                <a:spcPts val="1000"/>
              </a:spcAft>
            </a:pPr>
            <a:r>
              <a:t>• Limited funding for prototype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• Integration with satellite data</a:t>
            </a:r>
          </a:p>
          <a:p>
            <a:pPr algn="l">
              <a:spcAft>
                <a:spcPts val="1000"/>
              </a:spcAft>
            </a:pPr>
            <a:r>
              <a:t>• Community alert system via SMS/WhatsApp bots</a:t>
            </a:r>
          </a:p>
          <a:p>
            <a:pPr algn="l">
              <a:spcAft>
                <a:spcPts val="1000"/>
              </a:spcAft>
            </a:pPr>
            <a:r>
              <a:t>• AI-driven image recognition from drones</a:t>
            </a:r>
          </a:p>
          <a:p>
            <a:pPr algn="l">
              <a:spcAft>
                <a:spcPts val="1000"/>
              </a:spcAft>
            </a:pPr>
            <a:r>
              <a:t>• Partnerships with government/NGOs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This project shows how machine learning can safeguard natural resources.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Real-time detection reduces damage and response time.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t>Technology can empower African communities to manage environmental risks.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• Dedan Kimathi University of Technology</a:t>
            </a:r>
          </a:p>
          <a:p>
            <a:pPr algn="l">
              <a:spcAft>
                <a:spcPts val="1000"/>
              </a:spcAft>
            </a:pPr>
            <a:r>
              <a:t>• Supervisors and Mentors</a:t>
            </a:r>
          </a:p>
          <a:p>
            <a:pPr algn="l">
              <a:spcAft>
                <a:spcPts val="1000"/>
              </a:spcAft>
            </a:pPr>
            <a:r>
              <a:t>• Project Teammates</a:t>
            </a:r>
          </a:p>
          <a:p>
            <a:pPr algn="l">
              <a:spcAft>
                <a:spcPts val="1000"/>
              </a:spcAft>
            </a:pPr>
            <a:r>
              <a:t>• Friends and Family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t>Email: emmanuel.kipkoech@students.dkut.ac.ke</a:t>
            </a:r>
          </a:p>
          <a:p>
            <a:pPr algn="l">
              <a:spcAft>
                <a:spcPts val="1000"/>
              </a:spcAft>
            </a:pPr>
            <a:r>
              <a:t>LinkedIn: linkedin.com/in/emmanuelkipkoech</a:t>
            </a:r>
          </a:p>
          <a:p>
            <a:pPr algn="l">
              <a:spcAft>
                <a:spcPts val="1000"/>
              </a:spcAft>
            </a:pPr>
            <a:r>
              <a:t>GitHub: github.com/stilldrey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