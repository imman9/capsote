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Emmanuel Kipkoech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Autobiography Presentation</a:t>
            </a:r>
          </a:p>
          <a:p>
            <a:r>
              <a:t>Computer Science Student &amp;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&amp;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in 2004, youngest in a family of five.</a:t>
            </a:r>
          </a:p>
          <a:p>
            <a:r>
              <a:t>Raised with strong values of discipline, respect, and hard work.</a:t>
            </a:r>
          </a:p>
          <a:p>
            <a:r>
              <a:t>Family laid the foundation of identity and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Childhood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Grew up in a close-knit rural community.</a:t>
            </a:r>
          </a:p>
          <a:p>
            <a:r>
              <a:t>Learned teamwork, empathy, and cooperation.</a:t>
            </a:r>
          </a:p>
          <a:p>
            <a:r>
              <a:t>Strong cultural values and respect for elders.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School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Studied in Kakamega during early schooling.</a:t>
            </a:r>
          </a:p>
          <a:p>
            <a:r>
              <a:t>Developed love for Mathematics and languages.</a:t>
            </a:r>
          </a:p>
          <a:p>
            <a:r>
              <a:t>Built resilience and academic discipline.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School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Joined Kapsabet Boys High School.</a:t>
            </a:r>
          </a:p>
          <a:p>
            <a:r>
              <a:t>Faced academic pressure and competition.</a:t>
            </a:r>
          </a:p>
          <a:p>
            <a:r>
              <a:t>Built confidence through science and debate clubs.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Passion for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to computer studies in high school.</a:t>
            </a:r>
          </a:p>
          <a:p>
            <a:r>
              <a:t>Fascinated by problem-solving using computers.</a:t>
            </a:r>
          </a:p>
          <a:p>
            <a:r>
              <a:t>Inspired by global tech innovators.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Life – DeKUT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Pursuing BSc. Computer Science.</a:t>
            </a:r>
          </a:p>
          <a:p>
            <a:r>
              <a:t>Hands-on learning in programming and systems.</a:t>
            </a:r>
          </a:p>
          <a:p>
            <a:r>
              <a:t>Built projects and collaborated with peers.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Internships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Worked with software firms and startups.</a:t>
            </a:r>
          </a:p>
          <a:p>
            <a:r>
              <a:t>Built APIs, dashboards, and backend systems.</a:t>
            </a:r>
          </a:p>
          <a:p>
            <a:r>
              <a:t>Gained real-world problem-solving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Proud member of the Kipsigis community.</a:t>
            </a:r>
          </a:p>
          <a:p>
            <a:r>
              <a:t>Values: respect, unity, integrity.</a:t>
            </a:r>
          </a:p>
          <a:p>
            <a:r>
              <a:t>Culture influences leadership and teamwork.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Values &amp;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Resilience through challenges.</a:t>
            </a:r>
          </a:p>
          <a:p>
            <a:r>
              <a:t>Curiosity and continuous learning.</a:t>
            </a:r>
          </a:p>
          <a:p>
            <a:r>
              <a:t>Empathy, integrity, and purpose-driven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Dreams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a skilled software engineer.</a:t>
            </a:r>
          </a:p>
          <a:p>
            <a:r>
              <a:t>Build solutions for education, health, and agriculture.</a:t>
            </a:r>
          </a:p>
          <a:p>
            <a:r>
              <a:t>Start an African-focused tech company.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