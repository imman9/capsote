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in the Digital Age</a:t>
            </a:r>
          </a:p>
          <a:p>
            <a:r>
              <a:t>Preserving Indigenous Knowledge through Technology</a:t>
            </a:r>
          </a:p>
          <a:p/>
          <a:p>
            <a:r>
              <a:t>Name: Emmanuel Kipkoech</a:t>
            </a:r>
          </a:p>
          <a:p>
            <a:r>
              <a:t>Course: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represents the identity, values, and history of African communities.</a:t>
            </a:r>
          </a:p>
          <a:p>
            <a:r>
              <a:t>This presentation explores how technology helps preserve African culture and why gender awareness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African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language, traditions, customs, music, art, and social structures.</a:t>
            </a:r>
          </a:p>
          <a:p>
            <a:r>
              <a:t>Passed through generations via storytelling and practice.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African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Strengthens identity and unity.</a:t>
            </a:r>
          </a:p>
          <a:p>
            <a:r>
              <a:t>Guides moral values and social behavior.</a:t>
            </a:r>
          </a:p>
          <a:p>
            <a:r>
              <a:t>Preserves historical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Indigenous Knowledge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medicine, farming methods, conflict resolution.</a:t>
            </a:r>
          </a:p>
          <a:p>
            <a:r>
              <a:t>Risk of loss due to modernization and globalization.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and Cultural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archives and libraries.</a:t>
            </a:r>
          </a:p>
          <a:p>
            <a:r>
              <a:t>Mobile applications and social media.</a:t>
            </a:r>
          </a:p>
          <a:p>
            <a:r>
              <a:t>AI and data storage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Technology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language learning platforms.</a:t>
            </a:r>
          </a:p>
          <a:p>
            <a:r>
              <a:t>Digitization of oral histories.</a:t>
            </a:r>
          </a:p>
          <a:p>
            <a:r>
              <a:t>Cultural documentation through apps and websites.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Roles in Traditional African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 as protectors and providers.</a:t>
            </a:r>
          </a:p>
          <a:p>
            <a:r>
              <a:t>Women as caregivers and custodians of culture.</a:t>
            </a:r>
          </a:p>
          <a:p>
            <a:r>
              <a:t>Roles differed but were complementary.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Gender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Promotes equality and inclusivity.</a:t>
            </a:r>
          </a:p>
          <a:p>
            <a:r>
              <a:t>Encourages participation of women in education and technology.</a:t>
            </a:r>
          </a:p>
          <a:p>
            <a:r>
              <a:t>Reduces discrimination and stereotypes.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Awareness in the Digital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access to technology.</a:t>
            </a:r>
          </a:p>
          <a:p>
            <a:r>
              <a:t>Empowering women in STEM.</a:t>
            </a:r>
          </a:p>
          <a:p>
            <a:r>
              <a:t>Inclusive cultural preservation.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to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Developing digital platforms for cultural preservation.</a:t>
            </a:r>
          </a:p>
          <a:p>
            <a:r>
              <a:t>Creating inclusive systems.</a:t>
            </a:r>
          </a:p>
          <a:p>
            <a:r>
              <a:t>Ethical and socially responsible technology.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is valuable and must be preserved.</a:t>
            </a:r>
          </a:p>
          <a:p>
            <a:r>
              <a:t>Technology provides effective tools.</a:t>
            </a:r>
          </a:p>
          <a:p>
            <a:r>
              <a:t>Gender awareness ensures sustainable development.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